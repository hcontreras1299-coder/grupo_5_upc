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PREDICCIÓN DE VIDA A FATIGA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rPr dirty="0" err="1"/>
              <a:t>Basquin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a Machine Learning </a:t>
            </a:r>
            <a:r>
              <a:rPr lang="es-ES" dirty="0" smtClean="0"/>
              <a:t>-</a:t>
            </a:r>
            <a:r>
              <a:rPr dirty="0" smtClean="0"/>
              <a:t>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smtClean="0"/>
              <a:t>T3</a:t>
            </a:r>
            <a:r>
              <a:rPr lang="es-ES" dirty="0" smtClean="0"/>
              <a:t> – GRUPO 5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Dos aceros: A37JC/S235 y 42CrMo4+QT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Auditoría de registros y validación cruzada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Resultados interpretables con límites explícitos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La pregunta central es sencilla: ¿el aprendizaje automático predice mejor que una ecuación física tradicional?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¿Qué pregunta queremos contestar?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El desafío no es generar más modelos: es predecir mejor.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¿Cuántos ciclos soporta un acero bajo esfuerzo alternante?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¿Basquin es suficiente como modelo de referencia?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¿Frecuencia o Random Forest aportan valor real?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El objetivo no es obtener el modelo más complejo, sino el que prediga con menos error sobre datos no usados en el ajuste.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Fatiga en 30 segundos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Esfuerzo repetido → iniciación/crecimiento de grieta → daño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La fatiga depende de tensión cíclica y condiciones del ensayo.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Una curva S–N resume esfuerzo frente a vida.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Los ensayos presentan dispersión, incluso a igual esfuerzo.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Una pieza puede fallar por cargas repetidas, aun cuando cada carga sea inferior a su resistencia estática.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Leer un eje logarítmico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N=100 000 ciclos equivale a log10(N)=5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log10(N)=4 → 10 000 ciclos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log10(N)=5 → 100 000 ciclos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log10(N)=6 → 1 000 000 ciclos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MAE=0,18 no es un 18 % de 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Cada aumento de una unidad en log₁₀(N) equivale a multiplicar por diez los ciclos: de 10⁵ a 10⁶ hay diez veces más vida.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De dónde vienen los registros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Dos fuentes, unidades de ensayo diferentes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Hectors: 41 fallas A37JC/S235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FABEST: registros de 42CrMo4+QT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No contar cada punto auxiliar como probeta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Comparamos dos aceros diferentes, por eso los modelos y sus resultados deben evaluarse por separado.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Auditoría: de 3.519 a 129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La depuración es trazable, no una eliminación ciega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3.519 filas revisadas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2.816 puntos auxiliares separados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574 en revisión u otras condiciones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129 candidatos con condiciones elegibles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Depurar significa reconocer qué filas son ensayos reales y cuáles son puntos auxiliares; no es borrar datos sin criterio.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¿Qué contienen los 129 candidatos?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La clasificación aún es provisional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41 fallas Hectors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7 roturas FABEST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34 grietas centrales FABEST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47 interrupciones FABEST (posible censura)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Los 129 candidatos no son 129 fallas: incluyen eventos de grieta/rotura e interrupciones que deben diferenciarse.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Qué NO es un dato de falla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Un ensayo detenido sin rotura no da N exacto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Run-out: N real &gt; ciclos observados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No entrenar como falla en regresión ordinaria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Mantener como registro censurado para métodos adecuados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Si un ensayo se detiene sin rotura, solo sabemos que resistió al menos los ciclos registrados: su vida exacta es desconocida.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Método completo: del Excel a la predicción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Pipeline reproducible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Auditoría → filtros → descriptiva → correlaciones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Basquin → Ridge / Random Forest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KFold / GroupKFold → MAE, RMSE y R²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Discusión PCS + bitácora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El procedimiento permite reconstruir desde el Excel original hasta las predicciones y conservar las exclusiones documentadas.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Esfuerzo: distribución de cada acero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No fueron ensayados en el mismo rango</a:t>
            </a:r>
          </a:p>
        </p:txBody>
      </p:sp>
      <p:pic>
        <p:nvPicPr>
          <p:cNvPr id="5" name="Picture 4" descr="02_Histograma_esfuer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89913"/>
            <a:ext cx="7040880" cy="440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99616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La diferencia de materiales y escalas importa.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No comparar medias de ciclos directamente entre aceros.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Los rangos de esfuerzo difieren entre aceros; sus promedios no deben compararse como si las pruebas fueran idénticas.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Vida en log10(N)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La escala logarítmica hace comparables órdenes de magnitud</a:t>
            </a:r>
          </a:p>
        </p:txBody>
      </p:sp>
      <p:pic>
        <p:nvPicPr>
          <p:cNvPr id="5" name="Picture 4" descr="03_Histograma_lo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89913"/>
            <a:ext cx="7040880" cy="440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99616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La variabilidad sigue existiendo.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Diferenciar ciclos observados y vida real a falla.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Usamos log₁₀(N) para visualizar miles y millones de ciclos sin que los valores grandes oculten al resto.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Colinealidad esfuerzo–frecuencia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Una alerta concreta del profesor</a:t>
            </a:r>
          </a:p>
        </p:txBody>
      </p:sp>
      <p:pic>
        <p:nvPicPr>
          <p:cNvPr id="5" name="Picture 4" descr="04_Esfuerzo_frec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89913"/>
            <a:ext cx="7040880" cy="440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99616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A37JC/S235: r≈−0,79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42CrMo4+QT: r≈−0,33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Mejora con frecuencia ≠ causalidad demostrada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Cuando esfuerzo y frecuencia cambian juntos, es difícil separar cuál de los dos explica una variación en la vida a fatiga.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Correlaciones A37JC/S235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Asociación alta no implica causa</a:t>
            </a:r>
          </a:p>
        </p:txBody>
      </p:sp>
      <p:pic>
        <p:nvPicPr>
          <p:cNvPr id="5" name="Picture 4" descr="05_Correlacion_A37J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129" y="1389888"/>
            <a:ext cx="560070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99616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Esfuerzo frente a log N ≈ −0,90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Frecuencia y esfuerzo co-varían por el diseño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Una correlación de −0,90 indica una asociación inversa intensa, pero no garantiza capacidad de predicción fuera de la muestra.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Curva S–N: A37JC/S235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Basquin sigue la tendencia física</a:t>
            </a:r>
          </a:p>
        </p:txBody>
      </p:sp>
      <p:pic>
        <p:nvPicPr>
          <p:cNvPr id="5" name="Picture 4" descr="SN_A37JC_S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89913"/>
            <a:ext cx="7040879" cy="440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99616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41 observaciones con falla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A mayor esfuerzo, generalmente menos ciclos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La dispersión alrededor de la línea es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Los puntos representan fallas observadas; la línea de Basquin resume la tendencia: menor esfuerzo suele implicar más ciclos.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Curva S–N: 42CrMo4+QT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Separar evento de daño e interrupción</a:t>
            </a:r>
          </a:p>
        </p:txBody>
      </p:sp>
      <p:pic>
        <p:nvPicPr>
          <p:cNvPr id="5" name="Picture 4" descr="SN_42CrMo4+Q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89913"/>
            <a:ext cx="7040879" cy="440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99616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41 roturas/grietas provisionales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47 censuras provisionales en naranja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La recta no incorpora las censuras como fallas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Los triángulos son posibles ensayos censurados: no se usan como fallas exactas para ajustar la recta de Basquin.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Basquin: modelo de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log10(N) = a + b·log10(σa)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A37JC: a=40,475; b=−14,499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42CrMo4: a=40,398; b=−12,847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R² ajuste: 0,815 y 0,853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El R² ajuste NO es R² validado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Basquin modela cómo varía log₁₀(N) con el logaritmo del esfuerzo. Los parámetros se ajustan por cada acero.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¿Cómo medimos si predice bien?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Mismo criterio para todos los algoritmos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MAE: error absoluto promedio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RMSE: penaliza errores grandes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R² CV: desempeño de predicciones fuera del ajuste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Menor MAE suele ser preferible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MAE cuantifica el error promedio; RMSE penaliza desviaciones grandes. Comparar requiere usar los mismos pliegues de validación.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Validación: no basta separar 80/20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Evitar coincidencias de ensayos relacionados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42CrMo4: GroupKFold por grupo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A37JC: KFold (limitación: pocos grupos)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Todos los modelos comparten particiones por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Validar por grupos reduce el riesgo de evaluar con ensayos demasiado parecidos a los usados para entrenar.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Resultado: A37JC/S235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Lineal + frecuencia: MAE≈0,165</a:t>
            </a:r>
          </a:p>
        </p:txBody>
      </p:sp>
      <p:pic>
        <p:nvPicPr>
          <p:cNvPr id="5" name="Picture 4" descr="MAE_A37JC_S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225548"/>
            <a:ext cx="7040880" cy="312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99616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Basquin: 0,180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Random Forest: 0,196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Ridge: 0,392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Mejora pequeña; colinealidad impide conclusión causal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En A37JC la barra más baja corresponde a lineal + frecuencia (≈0,165), aunque la colinealidad limita la interpretación.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Resultado: 42CrMo4+QT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Basquin lidera: MAE≈0,232</a:t>
            </a:r>
          </a:p>
        </p:txBody>
      </p:sp>
      <p:pic>
        <p:nvPicPr>
          <p:cNvPr id="5" name="Picture 4" descr="MAE_42CrMo4+Q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225548"/>
            <a:ext cx="7040880" cy="312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99616"/>
            <a:ext cx="4069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Lineal + frecuencia: 0,248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Random Forest: 0,274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Ridge: 0,555</a:t>
            </a:r>
          </a:p>
          <a:p>
            <a:pPr>
              <a:defRPr sz="1800" b="0">
                <a:solidFill>
                  <a:srgbClr val="242F3C"/>
                </a:solidFill>
                <a:latin typeface="Aptos"/>
              </a:defRPr>
            </a:pPr>
            <a:r>
              <a:t>• Más complejidad no significa menor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En 42CrMo4 la barra más baja es Basquin (≈0,232): Random Forest y Ridge no mejoran ese resultado.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¿Qué aporta ML realmente?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Una conclusión que sí está respaldada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En A37JC hay ligera mejora con frecuencia.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En 42CrMo4 Basquin resulta mejor.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ML es complemento, no sustituto automático.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El aprendizaje automático ofrece alternativas, pero con estos datos no muestra una ventaja consistente sobre Basquin.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PCS · Predictibilidad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¿Qué tan bien anticipa datos no usados al ajustar?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MAE, RMSE y R² CV reportados por material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Comparación de cinco modelos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Desempeño exploratorio; no validación externa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Predictibilidad responde: ¿cuánto se equivoca el modelo al anticipar observaciones que no utilizó para ajustarse?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PCS · Computabilidad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¿Se puede volver a ejecutar sin inventar datos?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Excel de auditoría y resultados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Código Python con filtros trazables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Conservar versiones, rutas y parámetros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Computabilidad responde: ¿otra persona puede ejecutar el mismo código y obtener los resultados a partir de los datos?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PCS · Estabilidad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¿Cambiarían las conclusiones al variar la muestra?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Falta cuantificar dispersión por fold y semillas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Revisar influencia de 34 grietas provisionales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A37 requiere grupos independientes de validación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Estabilidad responde: ¿cambiarían los resultados al variar grupos y particiones? Esta comprobación aún no está cerrada.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Tres conclusiones para defender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Qué sabemos y qué todavía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1. Auditar filas evitó confundir curvas con ensayos.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2. Basquin es un benchmark robusto en estos datos.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3. Los estados FABEST y censuras limitan conclusiones definitivas.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Lo defendible es la comparación exploratoria; no sería correcto afirmar que la clasificación FABEST está validada definitivamente.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Antes de la entrega académica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27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5B8D"/>
                </a:solidFill>
                <a:latin typeface="Aptos"/>
              </a:defRPr>
            </a:pPr>
            <a:r>
              <a:t>Checklist final de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Confirmar protocolo: broken, crack, interrupted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Completar referencia original Hectors et al. (2023)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Añadir nombres del grupo y bitácora IA</a:t>
            </a:r>
          </a:p>
          <a:p>
            <a:pPr>
              <a:defRPr sz="2300" b="0">
                <a:solidFill>
                  <a:srgbClr val="242F3C"/>
                </a:solidFill>
                <a:latin typeface="Aptos"/>
              </a:defRPr>
            </a:pPr>
            <a:r>
              <a:t>• Adjuntar Excel y Python para reproducibilidad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D5B8D"/>
                </a:solidFill>
                <a:latin typeface="Aptos"/>
              </a:defRPr>
            </a:pPr>
            <a:r>
              <a:t>T3 · Fatiga de aceros | resultados exploratorios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5961888"/>
            <a:ext cx="11018520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AC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41148" rIns="128016" bIns="32004" rtlCol="0" anchor="ctr"/>
          <a:lstStyle/>
          <a:p>
            <a:pPr algn="l"/>
            <a:r>
              <a:rPr sz="1100" b="1">
                <a:solidFill>
                  <a:srgbClr val="154870"/>
                </a:solidFill>
                <a:latin typeface="Aptos"/>
              </a:rPr>
              <a:t>IDEA CLAVE  </a:t>
            </a:r>
            <a:r>
              <a:rPr sz="1040">
                <a:solidFill>
                  <a:srgbClr val="1E3342"/>
                </a:solidFill>
                <a:latin typeface="Aptos"/>
              </a:rPr>
              <a:t>Antes de entregar, verificar definiciones de grieta, rotura e interrupción y adjuntar archivos, referencias y bitácora de 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1743</Words>
  <Application>Microsoft Office PowerPoint</Application>
  <PresentationFormat>Panorámica</PresentationFormat>
  <Paragraphs>188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Hans</dc:creator>
  <cp:keywords/>
  <dc:description>generated using python-pptx</dc:description>
  <cp:lastModifiedBy>Hans</cp:lastModifiedBy>
  <cp:revision>2</cp:revision>
  <dcterms:created xsi:type="dcterms:W3CDTF">2013-01-27T09:14:16Z</dcterms:created>
  <dcterms:modified xsi:type="dcterms:W3CDTF">2026-10-13T02:03:10Z</dcterms:modified>
  <cp:category/>
</cp:coreProperties>
</file>
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T2 — Análisis exploratorio y plan algorítmico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Predicción de la Vida a Fatiga de Elementos de Acero</a:t>
            </a:r>
          </a:p>
          <a:p>
            <a:pPr>
              <a:defRPr sz="2200"/>
            </a:pPr>
            <a:r>
              <a:t>Problema: regresión supervisada de log10(Nf)</a:t>
            </a:r>
          </a:p>
          <a:p>
            <a:pPr>
              <a:defRPr sz="2200"/>
            </a:pPr>
            <a:r>
              <a:t>Datos experimentales abiertos de acero A37JC (equivalente a S235)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¿Qué falla evaluamos?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Fatiga de alto ciclo bajo carga cíclica de amplitud constante.</a:t>
            </a:r>
          </a:p>
          <a:p>
            <a:pPr>
              <a:defRPr sz="2200"/>
            </a:pPr>
            <a:r>
              <a:t>Variable objetivo: número de ciclos hasta la falla Nf.</a:t>
            </a:r>
          </a:p>
          <a:p>
            <a:pPr>
              <a:defRPr sz="2200"/>
            </a:pPr>
            <a:r>
              <a:t>No se mezclan en esta T2 pandeo, fluencia o fractura estática como objetivos del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Datos y limpieza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41 observaciones de falla reproducidas de las Tablas A1 y A2.</a:t>
            </a:r>
          </a:p>
          <a:p>
            <a:pPr>
              <a:defRPr sz="2200"/>
            </a:pPr>
            <a:r>
              <a:t>0 valores nulos y 0 duplicados en el subconjunto.</a:t>
            </a:r>
          </a:p>
          <a:p>
            <a:pPr>
              <a:defRPr sz="2200"/>
            </a:pPr>
            <a:r>
              <a:t>Run-outs: observaciones censuradas a 10^7 ciclos; no se convierten artificialmente en fallas.</a:t>
            </a:r>
          </a:p>
          <a:p>
            <a:pPr>
              <a:defRPr sz="2200"/>
            </a:pPr>
            <a:r>
              <a:t>Variables: σa, frecuencia, dirección y Nf.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Análisis exploratorio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σa: 224.86–311.15 MPa.</a:t>
            </a:r>
          </a:p>
          <a:p>
            <a:pPr>
              <a:defRPr sz="2200"/>
            </a:pPr>
            <a:r>
              <a:t>Nf: 36,145–7,292,489 ciclos.</a:t>
            </a:r>
          </a:p>
          <a:p>
            <a:pPr>
              <a:defRPr sz="2200"/>
            </a:pPr>
            <a:r>
              <a:t>Pearson σa vs log10(Nf): -0.898.</a:t>
            </a:r>
          </a:p>
          <a:p>
            <a:pPr>
              <a:defRPr sz="2200"/>
            </a:pPr>
            <a:r>
              <a:t>La relación negativa es consistente con el comportamiento S-N.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Plan algorítmico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Modelo base: Ridge Regression.</a:t>
            </a:r>
          </a:p>
          <a:p>
            <a:pPr>
              <a:defRPr sz="2200"/>
            </a:pPr>
            <a:r>
              <a:t>Modelo no lineal 1: Random Forest Regressor.</a:t>
            </a:r>
          </a:p>
          <a:p>
            <a:pPr>
              <a:defRPr sz="2200"/>
            </a:pPr>
            <a:r>
              <a:t>Modelo no lineal 2: Gradient Boosting Regressor.</a:t>
            </a:r>
          </a:p>
          <a:p>
            <a:pPr>
              <a:defRPr sz="2200"/>
            </a:pPr>
            <a:r>
              <a:t>Red neuronal: se reserva para una base de datos mucho mayor.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Métricas y siguiente etapa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MAE, RMSE y R².</a:t>
            </a:r>
          </a:p>
          <a:p>
            <a:pPr>
              <a:defRPr sz="2200"/>
            </a:pPr>
            <a:r>
              <a:t>Validación con datos no utilizados en el entrenamiento y validación cruzada.</a:t>
            </a:r>
          </a:p>
          <a:p>
            <a:pPr>
              <a:defRPr sz="2200"/>
            </a:pPr>
            <a:r>
              <a:t>Comparar desempeño y revisar error en log10(Nf) y en ciclos.</a:t>
            </a:r>
          </a:p>
          <a:p>
            <a:pPr>
              <a:defRPr sz="2200"/>
            </a:pPr>
            <a:r>
              <a:t>Siguiente etapa: entrenamiento, ajuste y comparación de modelos.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